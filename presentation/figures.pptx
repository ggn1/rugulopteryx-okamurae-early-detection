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58" r:id="rId5"/>
    <p:sldId id="259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33"/>
    <a:srgbClr val="6169FF"/>
    <a:srgbClr val="3333FF"/>
    <a:srgbClr val="CC3399"/>
    <a:srgbClr val="FF33CC"/>
    <a:srgbClr val="FF66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1759" y="6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BF5CB-7C18-17CD-C820-4CD0ACAB24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E37935-7D0E-0AD0-5BD4-C789BBA82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B61AD-7C06-0FF2-A7B3-76950408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48513-89CD-E63E-FC92-F13E4A51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1EC63-E7C9-C8B7-4CB9-2DE2E21B2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080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58AB-F188-5BC1-468C-3D9406A2B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825F1-1C1A-FE69-663A-84AAAC561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FF25F-678E-17E4-6A2D-CEE5A136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6FE02-3244-BF09-1F11-2A4800F4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73B9-E596-7F65-2802-F3E232E6F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1255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C866-7A60-221E-6E9F-61437FC33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CBC05-6898-6E4B-BFED-B4B672F63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6CE9-DFC3-8B2B-9155-226359BD1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43ABE-A8A1-7F02-52B2-E69C4559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8070E-74F6-8D74-8FA0-6FA81C0A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8548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B27B-9EDB-7592-4895-DCC96C60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5C3E-1C2A-DDBE-7212-4EDCB9629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34564-665E-4FFC-A989-7B55C5577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16607-0EF2-0362-CFB9-87ECDAD78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6C6ED-ABF4-9DC3-CAEC-A8218580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284C6-A9FC-8D8B-7628-5FFC9D18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631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3C81B-942B-B192-190E-8F949112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766E7-4976-3661-988A-BBE8DE666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BCE21-5594-ECAC-2F00-43E46BD8D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EE93FB-6A8D-99D3-8011-82C8467E9F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E8DC22-DFB3-AFC9-72AA-37D1792B9D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EAD39-3ED7-C47B-2B17-6CE841B1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B141B0-925D-1E7B-55B8-E92E5CD6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6DE65-17BF-E4F7-2AC0-8CE87233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1712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1C79-8393-2BAE-817F-410B55C1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563BC-4CB5-A573-341A-7C8B7B90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53855-A0E0-2777-B7F3-A4AAF6314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D4B65-F4D8-CE5B-A3A0-6841223C2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9875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AFA0F0-1194-A07D-2270-C97422E1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B1B0B2-B4DD-E7D4-038D-5E608044A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5F8C0-ADDA-CF2B-C64A-B544CDD4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997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E654C-8A8B-4298-8C89-FE66B5B0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F8E34-035E-AB6E-CCCC-80C4C4984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F2A758-EA39-AEC1-8CC2-DDF6672C3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B1349-0696-067A-33CA-926E6EB4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A048C-5ABE-8D89-58DA-0C3E0F11F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E6CEF-624B-0127-7936-CA3BDC84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943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FAC6-415F-8BAE-E675-9C05E8B16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2EFF1F-15D1-7E17-699B-206F2B546B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E533D-058C-7DC2-DDDD-B4AF8405E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C8D4E-71E8-D8DC-7A20-EEA4E424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01511-E267-66D2-E4AC-4AE1D7BEC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B4543-7DC3-927E-80F4-D877B9AD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34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DF08-4E31-7BAB-5819-0A6750A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47145-7E31-3EEE-2ACF-3E0CC27AF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E28E2-F3B6-F590-37BE-F32C0BF5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8E989-D1FB-C362-FDC6-7B550D37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B49A0-6DDD-B6E9-D499-5F5C9D4D7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4897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C52625-FADD-C107-000A-C7D1A0D2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06CC-5C50-576C-C902-BB3CE5954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CC713-B0BC-A7D5-2603-4F4CB9562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51CB9-4A47-0582-AA12-6883AE6B5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73CE3-D69A-FFF7-87C5-C2F3C483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02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78E0C-598E-81B6-390B-8B305B9EB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46891-383B-A769-CD8B-1A3EB3E0D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97945-411B-1B6A-44C1-AD4EDC02A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034B2-E59A-43A2-8E80-CBA56A51A393}" type="datetimeFigureOut">
              <a:rPr lang="en-IE" smtClean="0"/>
              <a:t>11/11/2025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AC132-F16D-267C-9AE9-C1B498DB2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DDC53-2F5E-2ED5-CC57-DDBE2C8BA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1390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7CF6BA4-5684-8948-E859-7D028415BD70}"/>
              </a:ext>
            </a:extLst>
          </p:cNvPr>
          <p:cNvSpPr/>
          <p:nvPr/>
        </p:nvSpPr>
        <p:spPr>
          <a:xfrm>
            <a:off x="378372" y="231228"/>
            <a:ext cx="10846676" cy="55418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3FD5D8-4713-107B-1303-7D9A32A7282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4" y="394673"/>
            <a:ext cx="4755875" cy="3034327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FD5D3D4-A96D-9FE1-ADC2-338E7B5110B5}"/>
              </a:ext>
            </a:extLst>
          </p:cNvPr>
          <p:cNvGrpSpPr/>
          <p:nvPr/>
        </p:nvGrpSpPr>
        <p:grpSpPr>
          <a:xfrm>
            <a:off x="2928347" y="779055"/>
            <a:ext cx="1283698" cy="531586"/>
            <a:chOff x="2928347" y="779055"/>
            <a:chExt cx="1283698" cy="5315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BA369C7-C6F9-0E12-5F43-DA08CE5090B8}"/>
                </a:ext>
              </a:extLst>
            </p:cNvPr>
            <p:cNvSpPr/>
            <p:nvPr/>
          </p:nvSpPr>
          <p:spPr>
            <a:xfrm>
              <a:off x="3496491" y="942703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AF5FBC-07EB-C878-2742-4F96CD4B3833}"/>
                </a:ext>
              </a:extLst>
            </p:cNvPr>
            <p:cNvSpPr/>
            <p:nvPr/>
          </p:nvSpPr>
          <p:spPr>
            <a:xfrm>
              <a:off x="3616234" y="82477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2FD7F4-6D8D-AC79-79C7-56DCA5E8E7CA}"/>
                </a:ext>
              </a:extLst>
            </p:cNvPr>
            <p:cNvSpPr/>
            <p:nvPr/>
          </p:nvSpPr>
          <p:spPr>
            <a:xfrm>
              <a:off x="3770448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2C2B2C2-739B-EC09-854F-36F831DF333F}"/>
                </a:ext>
              </a:extLst>
            </p:cNvPr>
            <p:cNvSpPr/>
            <p:nvPr/>
          </p:nvSpPr>
          <p:spPr>
            <a:xfrm>
              <a:off x="3939176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EBF9523-239C-0D4A-1E56-E8401D60B5E6}"/>
                </a:ext>
              </a:extLst>
            </p:cNvPr>
            <p:cNvSpPr/>
            <p:nvPr/>
          </p:nvSpPr>
          <p:spPr>
            <a:xfrm>
              <a:off x="4120605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CC5BBDC-9D81-89B1-D54E-4983AC588A29}"/>
                </a:ext>
              </a:extLst>
            </p:cNvPr>
            <p:cNvSpPr/>
            <p:nvPr/>
          </p:nvSpPr>
          <p:spPr>
            <a:xfrm>
              <a:off x="3405051" y="108204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4B32331-BBFF-EC66-E834-74609FC91829}"/>
                </a:ext>
              </a:extLst>
            </p:cNvPr>
            <p:cNvSpPr/>
            <p:nvPr/>
          </p:nvSpPr>
          <p:spPr>
            <a:xfrm>
              <a:off x="3265351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3E805F-C6BD-AF3F-BE98-DC78153BDEC9}"/>
                </a:ext>
              </a:extLst>
            </p:cNvPr>
            <p:cNvSpPr/>
            <p:nvPr/>
          </p:nvSpPr>
          <p:spPr>
            <a:xfrm>
              <a:off x="3093175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C89517A-98B3-CC67-FCB0-F3EE56423491}"/>
                </a:ext>
              </a:extLst>
            </p:cNvPr>
            <p:cNvSpPr/>
            <p:nvPr/>
          </p:nvSpPr>
          <p:spPr>
            <a:xfrm>
              <a:off x="2928347" y="121920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57C37BA-2D04-6F58-5ABC-17E81601266F}"/>
                </a:ext>
              </a:extLst>
            </p:cNvPr>
            <p:cNvCxnSpPr>
              <a:endCxn id="11" idx="2"/>
            </p:cNvCxnSpPr>
            <p:nvPr/>
          </p:nvCxnSpPr>
          <p:spPr>
            <a:xfrm flipV="1">
              <a:off x="3007087" y="1219201"/>
              <a:ext cx="86088" cy="457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F7B3AAD-DDE7-2BB0-EE95-3CA97586DC55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3184615" y="1219201"/>
              <a:ext cx="8073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49CD9E-9BC6-3DA8-EA7F-DA18E21A06E4}"/>
                </a:ext>
              </a:extLst>
            </p:cNvPr>
            <p:cNvCxnSpPr>
              <a:cxnSpLocks/>
              <a:stCxn id="10" idx="6"/>
              <a:endCxn id="9" idx="3"/>
            </p:cNvCxnSpPr>
            <p:nvPr/>
          </p:nvCxnSpPr>
          <p:spPr>
            <a:xfrm flipV="1">
              <a:off x="3356791" y="1160090"/>
              <a:ext cx="61651" cy="591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E69905-F24B-5F0F-2878-02E272827C37}"/>
                </a:ext>
              </a:extLst>
            </p:cNvPr>
            <p:cNvCxnSpPr>
              <a:cxnSpLocks/>
              <a:stCxn id="9" idx="7"/>
              <a:endCxn id="4" idx="3"/>
            </p:cNvCxnSpPr>
            <p:nvPr/>
          </p:nvCxnSpPr>
          <p:spPr>
            <a:xfrm flipV="1">
              <a:off x="3483100" y="1020752"/>
              <a:ext cx="26782" cy="746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E08B342-13C8-37AD-01C6-DCF5A8E7642A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3574540" y="902824"/>
              <a:ext cx="55085" cy="532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1EF9C1B-6A3B-9165-354D-5C6B9428A86F}"/>
                </a:ext>
              </a:extLst>
            </p:cNvPr>
            <p:cNvCxnSpPr>
              <a:cxnSpLocks/>
              <a:stCxn id="5" idx="7"/>
              <a:endCxn id="6" idx="2"/>
            </p:cNvCxnSpPr>
            <p:nvPr/>
          </p:nvCxnSpPr>
          <p:spPr>
            <a:xfrm flipV="1">
              <a:off x="3694283" y="824775"/>
              <a:ext cx="76165" cy="13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7DDD98-778E-148E-52F3-9879D31E32AE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3861888" y="824775"/>
              <a:ext cx="7728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A399C9B-FCDD-2C13-DAE5-9476CF2BBBB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4030616" y="824775"/>
              <a:ext cx="8998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5138734F-8429-3283-3B56-73FCF0DEFC1E}"/>
              </a:ext>
            </a:extLst>
          </p:cNvPr>
          <p:cNvGrpSpPr/>
          <p:nvPr/>
        </p:nvGrpSpPr>
        <p:grpSpPr>
          <a:xfrm>
            <a:off x="6096000" y="1310641"/>
            <a:ext cx="4014951" cy="1446952"/>
            <a:chOff x="3509471" y="1292132"/>
            <a:chExt cx="1499200" cy="54029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A3164DB0-A7E5-DAD1-05CC-1FD0AA46FBF4}"/>
                </a:ext>
              </a:extLst>
            </p:cNvPr>
            <p:cNvGrpSpPr/>
            <p:nvPr/>
          </p:nvGrpSpPr>
          <p:grpSpPr>
            <a:xfrm>
              <a:off x="3509882" y="1292132"/>
              <a:ext cx="1498789" cy="93056"/>
              <a:chOff x="2915647" y="1172394"/>
              <a:chExt cx="1498789" cy="93056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80B87B6-31DA-31CD-071C-D6F6C9EF7BF3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A82B78EF-A317-272A-C838-7F373558F313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A83FDE37-9B41-142B-9EF3-F8790EA162EA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E5F8D1-63A9-56B3-A8E1-24E3F0A84F60}"/>
                  </a:ext>
                </a:extLst>
              </p:cNvPr>
              <p:cNvSpPr/>
              <p:nvPr/>
            </p:nvSpPr>
            <p:spPr>
              <a:xfrm>
                <a:off x="4147479" y="117401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641B5CD-86E3-6CCB-8A6D-5A21C002AAD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C182469-FD62-763F-86B0-C258C1900A50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A97A294-6EA1-CC8B-E3B2-50B40A94F2AE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6E36D47-FB6E-664F-4BC8-F0ABEA3BAD9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E9ADD9B7-76DF-BF60-0EEE-D1B09946D2C6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C6C8AA7-54D8-0608-BF6D-FB2F3CADFA6B}"/>
                  </a:ext>
                </a:extLst>
              </p:cNvPr>
              <p:cNvCxnSpPr>
                <a:cxnSpLocks/>
                <a:stCxn id="81" idx="6"/>
                <a:endCxn id="80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9D673029-75B4-5F14-AAD0-032A70313636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FDC424DF-C2AB-A909-4C5B-A689D1D70B02}"/>
                  </a:ext>
                </a:extLst>
              </p:cNvPr>
              <p:cNvCxnSpPr>
                <a:cxnSpLocks/>
                <a:stCxn id="79" idx="6"/>
                <a:endCxn id="78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220108C-31AE-2C4C-9273-3CA60EF91024}"/>
                  </a:ext>
                </a:extLst>
              </p:cNvPr>
              <p:cNvCxnSpPr>
                <a:cxnSpLocks/>
                <a:stCxn id="78" idx="6"/>
                <a:endCxn id="73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CE3AA0A6-05D1-CFB8-F817-B2E093CA7E73}"/>
                  </a:ext>
                </a:extLst>
              </p:cNvPr>
              <p:cNvCxnSpPr>
                <a:cxnSpLocks/>
                <a:stCxn id="73" idx="6"/>
                <a:endCxn id="74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E68F999-6B0C-9FF6-AD2B-6298737A9D80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CB4949F8-B8F8-D70B-3B84-91BB0DCD7878}"/>
                  </a:ext>
                </a:extLst>
              </p:cNvPr>
              <p:cNvCxnSpPr>
                <a:cxnSpLocks/>
                <a:stCxn id="75" idx="6"/>
                <a:endCxn id="76" idx="2"/>
              </p:cNvCxnSpPr>
              <p:nvPr/>
            </p:nvCxnSpPr>
            <p:spPr>
              <a:xfrm>
                <a:off x="4056388" y="1218114"/>
                <a:ext cx="91091" cy="161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1CF8422-EDF2-7F19-FB3F-3B05C7B6EAE3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4238919" y="1218114"/>
                <a:ext cx="84077" cy="161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93B2A02F-81A2-E181-F8AC-21E354080D19}"/>
                </a:ext>
              </a:extLst>
            </p:cNvPr>
            <p:cNvGrpSpPr/>
            <p:nvPr/>
          </p:nvGrpSpPr>
          <p:grpSpPr>
            <a:xfrm>
              <a:off x="3509882" y="1450440"/>
              <a:ext cx="1498789" cy="92942"/>
              <a:chOff x="2915647" y="1171979"/>
              <a:chExt cx="1498789" cy="92942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EEF197F9-52E8-BC20-DFA6-56881F34A139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25A577CE-957E-C205-838E-F73DA8D3E12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D95EEC1-0774-30EF-BB31-5336E173E8F0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268E72E8-89F1-86F5-FE4A-97CCD70F63FA}"/>
                  </a:ext>
                </a:extLst>
              </p:cNvPr>
              <p:cNvSpPr/>
              <p:nvPr/>
            </p:nvSpPr>
            <p:spPr>
              <a:xfrm>
                <a:off x="4149643" y="1171979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D061969-16B4-7DBC-F52A-103B8C7ABB2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46946BBA-7646-72F6-1A31-CCFF37535608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CBDE0576-A406-B6B9-0225-766D64758DFF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12E23438-0506-A579-46E2-21A1BD467E84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3C874DB5-206E-9FF4-C10D-19B1D08281AC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DEF001C2-14A3-1C26-CE21-4BB45FDD84AD}"/>
                  </a:ext>
                </a:extLst>
              </p:cNvPr>
              <p:cNvCxnSpPr>
                <a:cxnSpLocks/>
                <a:stCxn id="157" idx="6"/>
                <a:endCxn id="156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28E1FF53-CD0E-289E-51C6-9D63C6ADEA92}"/>
                  </a:ext>
                </a:extLst>
              </p:cNvPr>
              <p:cNvCxnSpPr>
                <a:cxnSpLocks/>
                <a:endCxn id="155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3D39A6A8-0C02-F2CE-ABC8-E8A3BEDC4307}"/>
                  </a:ext>
                </a:extLst>
              </p:cNvPr>
              <p:cNvCxnSpPr>
                <a:cxnSpLocks/>
                <a:stCxn id="155" idx="6"/>
                <a:endCxn id="154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5153DD33-F489-9891-F414-415CE88F8D47}"/>
                  </a:ext>
                </a:extLst>
              </p:cNvPr>
              <p:cNvCxnSpPr>
                <a:cxnSpLocks/>
                <a:stCxn id="154" idx="6"/>
                <a:endCxn id="149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4E65845A-D0A6-FD08-2057-3D52CF3518E1}"/>
                  </a:ext>
                </a:extLst>
              </p:cNvPr>
              <p:cNvCxnSpPr>
                <a:cxnSpLocks/>
                <a:stCxn id="149" idx="6"/>
                <a:endCxn id="150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5773A580-78D5-B958-C5D0-6335597CC4D2}"/>
                  </a:ext>
                </a:extLst>
              </p:cNvPr>
              <p:cNvCxnSpPr>
                <a:cxnSpLocks/>
                <a:stCxn id="150" idx="6"/>
                <a:endCxn id="151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C781E88D-0862-EF94-FC99-3987677B3C25}"/>
                  </a:ext>
                </a:extLst>
              </p:cNvPr>
              <p:cNvCxnSpPr>
                <a:cxnSpLocks/>
                <a:stCxn id="151" idx="6"/>
                <a:endCxn id="152" idx="2"/>
              </p:cNvCxnSpPr>
              <p:nvPr/>
            </p:nvCxnSpPr>
            <p:spPr>
              <a:xfrm flipV="1">
                <a:off x="4056388" y="1217699"/>
                <a:ext cx="93255" cy="415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3AD5AAF8-8957-BA00-A5BD-C5A5AAFA93C2}"/>
                  </a:ext>
                </a:extLst>
              </p:cNvPr>
              <p:cNvCxnSpPr>
                <a:cxnSpLocks/>
                <a:stCxn id="153" idx="2"/>
                <a:endCxn id="152" idx="6"/>
              </p:cNvCxnSpPr>
              <p:nvPr/>
            </p:nvCxnSpPr>
            <p:spPr>
              <a:xfrm flipH="1" flipV="1">
                <a:off x="4241083" y="1217699"/>
                <a:ext cx="81913" cy="415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0D80E489-FFCC-BCD8-10FD-1585C7A6D179}"/>
                </a:ext>
              </a:extLst>
            </p:cNvPr>
            <p:cNvGrpSpPr/>
            <p:nvPr/>
          </p:nvGrpSpPr>
          <p:grpSpPr>
            <a:xfrm>
              <a:off x="3509471" y="1595616"/>
              <a:ext cx="1498789" cy="94064"/>
              <a:chOff x="2915647" y="1172394"/>
              <a:chExt cx="1498789" cy="94064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587D94D4-11DE-6D4A-26BB-54460FA47CC1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EAD7BE54-BC7A-5844-5E06-13B81A6B0C8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7799F2EB-7E53-3529-9DE2-FCCA3FA3D353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412DF5A5-927A-9EFD-7054-18BE9910F461}"/>
                  </a:ext>
                </a:extLst>
              </p:cNvPr>
              <p:cNvSpPr/>
              <p:nvPr/>
            </p:nvSpPr>
            <p:spPr>
              <a:xfrm>
                <a:off x="4147890" y="1175018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dirty="0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3878346E-2F3D-D679-6FF7-DDFBA82C1D5B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278DF048-74F1-899E-3FA7-A74554438E46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5E92ADAA-EF84-945A-24A3-4F6C46245CBC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68545ACF-E071-1177-2BC2-8678C6E8D502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73363D43-CCD8-F6E5-25B1-512BEAA4923D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3F59F2D4-16BC-2945-4A5F-9257821F5987}"/>
                  </a:ext>
                </a:extLst>
              </p:cNvPr>
              <p:cNvCxnSpPr>
                <a:cxnSpLocks/>
                <a:stCxn id="175" idx="6"/>
                <a:endCxn id="174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2A75046-434C-ABC3-7368-09CA81966B26}"/>
                  </a:ext>
                </a:extLst>
              </p:cNvPr>
              <p:cNvCxnSpPr>
                <a:cxnSpLocks/>
                <a:endCxn id="173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BAA37CE7-2008-6E3A-CE1A-CD2C6D1D429D}"/>
                  </a:ext>
                </a:extLst>
              </p:cNvPr>
              <p:cNvCxnSpPr>
                <a:cxnSpLocks/>
                <a:stCxn id="173" idx="6"/>
                <a:endCxn id="172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14802A63-FA00-E560-898D-1BE76E177781}"/>
                  </a:ext>
                </a:extLst>
              </p:cNvPr>
              <p:cNvCxnSpPr>
                <a:cxnSpLocks/>
                <a:stCxn id="172" idx="6"/>
                <a:endCxn id="167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5004AECF-92EF-C351-0809-DC3578A8250B}"/>
                  </a:ext>
                </a:extLst>
              </p:cNvPr>
              <p:cNvCxnSpPr>
                <a:cxnSpLocks/>
                <a:stCxn id="167" idx="6"/>
                <a:endCxn id="168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F75C111F-DAFD-C844-51A7-797E729F24C5}"/>
                  </a:ext>
                </a:extLst>
              </p:cNvPr>
              <p:cNvCxnSpPr>
                <a:cxnSpLocks/>
                <a:stCxn id="168" idx="6"/>
                <a:endCxn id="169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98A82F9E-4111-FA15-3242-5359A6DF8528}"/>
                  </a:ext>
                </a:extLst>
              </p:cNvPr>
              <p:cNvCxnSpPr>
                <a:cxnSpLocks/>
                <a:stCxn id="169" idx="6"/>
                <a:endCxn id="170" idx="2"/>
              </p:cNvCxnSpPr>
              <p:nvPr/>
            </p:nvCxnSpPr>
            <p:spPr>
              <a:xfrm>
                <a:off x="4056388" y="1218114"/>
                <a:ext cx="91502" cy="2624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74C1B16E-0245-4A3D-0749-E39826634F17}"/>
                  </a:ext>
                </a:extLst>
              </p:cNvPr>
              <p:cNvCxnSpPr>
                <a:cxnSpLocks/>
                <a:stCxn id="171" idx="2"/>
                <a:endCxn id="170" idx="6"/>
              </p:cNvCxnSpPr>
              <p:nvPr/>
            </p:nvCxnSpPr>
            <p:spPr>
              <a:xfrm flipH="1">
                <a:off x="4239330" y="1218114"/>
                <a:ext cx="83666" cy="2624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59836B83-B874-6818-8E3A-5250EB96AA0A}"/>
                </a:ext>
              </a:extLst>
            </p:cNvPr>
            <p:cNvGrpSpPr/>
            <p:nvPr/>
          </p:nvGrpSpPr>
          <p:grpSpPr>
            <a:xfrm>
              <a:off x="3509471" y="1739903"/>
              <a:ext cx="1498789" cy="92527"/>
              <a:chOff x="2915647" y="1172394"/>
              <a:chExt cx="1498789" cy="92527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E859CF28-8CB2-6ADF-0DD5-5B498F10DA04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D7D3BE8A-195D-AA5D-BEDC-D71E5ED00CC5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65695454-4242-1899-C85F-34D7F8659467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7489A453-036D-970B-CCD1-8F65BB212ACD}"/>
                  </a:ext>
                </a:extLst>
              </p:cNvPr>
              <p:cNvSpPr/>
              <p:nvPr/>
            </p:nvSpPr>
            <p:spPr>
              <a:xfrm>
                <a:off x="4150599" y="1172456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3850FEB4-346E-439B-C4DB-461EA4119856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39ED0279-EEB9-9C37-1D67-AC6E8ECB2C12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D4E96725-1D1E-F5DC-AD6D-91F36F754175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E3A894B3-D58A-B8A1-817A-813BD69A840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A8571EE-148C-C078-327C-059B361710A2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C73BE76A-92AE-AC6C-D07F-54545A42023C}"/>
                  </a:ext>
                </a:extLst>
              </p:cNvPr>
              <p:cNvCxnSpPr>
                <a:cxnSpLocks/>
                <a:stCxn id="193" idx="6"/>
                <a:endCxn id="192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DAEF2027-2EBC-B993-3C5F-9B6F2984D452}"/>
                  </a:ext>
                </a:extLst>
              </p:cNvPr>
              <p:cNvCxnSpPr>
                <a:cxnSpLocks/>
                <a:endCxn id="191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E8AD1C43-BBE2-C705-6D5D-FF03D7690445}"/>
                  </a:ext>
                </a:extLst>
              </p:cNvPr>
              <p:cNvCxnSpPr>
                <a:cxnSpLocks/>
                <a:stCxn id="191" idx="6"/>
                <a:endCxn id="190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CAE4220B-268A-24B2-93AC-C1BC75153D98}"/>
                  </a:ext>
                </a:extLst>
              </p:cNvPr>
              <p:cNvCxnSpPr>
                <a:cxnSpLocks/>
                <a:stCxn id="190" idx="6"/>
                <a:endCxn id="185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4A3A181C-067B-92BD-8F04-BB033AF172B8}"/>
                  </a:ext>
                </a:extLst>
              </p:cNvPr>
              <p:cNvCxnSpPr>
                <a:cxnSpLocks/>
                <a:stCxn id="185" idx="6"/>
                <a:endCxn id="186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40B95B4D-832C-3B9D-362A-B9EF311E244F}"/>
                  </a:ext>
                </a:extLst>
              </p:cNvPr>
              <p:cNvCxnSpPr>
                <a:cxnSpLocks/>
                <a:stCxn id="186" idx="6"/>
                <a:endCxn id="187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D2C86EFF-19F7-916F-3DBC-27050C1FDB19}"/>
                  </a:ext>
                </a:extLst>
              </p:cNvPr>
              <p:cNvCxnSpPr>
                <a:cxnSpLocks/>
                <a:stCxn id="187" idx="6"/>
                <a:endCxn id="188" idx="2"/>
              </p:cNvCxnSpPr>
              <p:nvPr/>
            </p:nvCxnSpPr>
            <p:spPr>
              <a:xfrm>
                <a:off x="4056388" y="1218114"/>
                <a:ext cx="94211" cy="62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15E6705E-4DA1-88C6-11D1-CF368256B30C}"/>
                  </a:ext>
                </a:extLst>
              </p:cNvPr>
              <p:cNvCxnSpPr>
                <a:cxnSpLocks/>
                <a:stCxn id="189" idx="2"/>
                <a:endCxn id="188" idx="6"/>
              </p:cNvCxnSpPr>
              <p:nvPr/>
            </p:nvCxnSpPr>
            <p:spPr>
              <a:xfrm flipH="1">
                <a:off x="4242039" y="1218114"/>
                <a:ext cx="80957" cy="62"/>
              </a:xfrm>
              <a:prstGeom prst="line">
                <a:avLst/>
              </a:prstGeom>
              <a:grp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7593E2-8021-72DA-0F2F-2FF8D06886E9}"/>
              </a:ext>
            </a:extLst>
          </p:cNvPr>
          <p:cNvSpPr/>
          <p:nvPr/>
        </p:nvSpPr>
        <p:spPr>
          <a:xfrm>
            <a:off x="2852057" y="674915"/>
            <a:ext cx="1436914" cy="732972"/>
          </a:xfrm>
          <a:prstGeom prst="rect">
            <a:avLst/>
          </a:prstGeom>
          <a:noFill/>
          <a:ln w="12700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163C8617-F87D-19FB-70E8-662744BEF65D}"/>
              </a:ext>
            </a:extLst>
          </p:cNvPr>
          <p:cNvSpPr/>
          <p:nvPr/>
        </p:nvSpPr>
        <p:spPr>
          <a:xfrm>
            <a:off x="5852516" y="1084945"/>
            <a:ext cx="5236397" cy="1904998"/>
          </a:xfrm>
          <a:prstGeom prst="rect">
            <a:avLst/>
          </a:prstGeom>
          <a:noFill/>
          <a:ln w="28575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2400" dirty="0">
              <a:solidFill>
                <a:srgbClr val="FF0000"/>
              </a:solidFill>
            </a:endParaRPr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BA4EF47-2F02-C03D-B5BE-03525E5FBB5C}"/>
              </a:ext>
            </a:extLst>
          </p:cNvPr>
          <p:cNvCxnSpPr>
            <a:cxnSpLocks/>
            <a:stCxn id="203" idx="3"/>
          </p:cNvCxnSpPr>
          <p:nvPr/>
        </p:nvCxnSpPr>
        <p:spPr>
          <a:xfrm>
            <a:off x="4288971" y="1041401"/>
            <a:ext cx="1563546" cy="40640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38A1DCC-4DB0-DB20-A23B-865995E9DC73}"/>
              </a:ext>
            </a:extLst>
          </p:cNvPr>
          <p:cNvCxnSpPr>
            <a:cxnSpLocks/>
          </p:cNvCxnSpPr>
          <p:nvPr/>
        </p:nvCxnSpPr>
        <p:spPr>
          <a:xfrm>
            <a:off x="4030616" y="1407887"/>
            <a:ext cx="1821901" cy="1582056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85BAC42B-E0ED-B83E-874A-729F511FCFC3}"/>
              </a:ext>
            </a:extLst>
          </p:cNvPr>
          <p:cNvSpPr txBox="1"/>
          <p:nvPr/>
        </p:nvSpPr>
        <p:spPr>
          <a:xfrm>
            <a:off x="10085972" y="1242061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1F277C-05FB-75AA-57DF-C729DD2B8BE1}"/>
              </a:ext>
            </a:extLst>
          </p:cNvPr>
          <p:cNvSpPr txBox="1"/>
          <p:nvPr/>
        </p:nvSpPr>
        <p:spPr>
          <a:xfrm>
            <a:off x="10091769" y="1707510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t2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8A77148-34E4-C730-9882-4442190E5C1B}"/>
              </a:ext>
            </a:extLst>
          </p:cNvPr>
          <p:cNvSpPr txBox="1"/>
          <p:nvPr/>
        </p:nvSpPr>
        <p:spPr>
          <a:xfrm>
            <a:off x="10085971" y="2083207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1FED64FD-0D6D-B769-E3E0-59F71598DFEB}"/>
              </a:ext>
            </a:extLst>
          </p:cNvPr>
          <p:cNvSpPr txBox="1"/>
          <p:nvPr/>
        </p:nvSpPr>
        <p:spPr>
          <a:xfrm>
            <a:off x="10093228" y="2439128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 err="1">
                <a:solidFill>
                  <a:srgbClr val="FF0000"/>
                </a:solidFill>
              </a:rPr>
              <a:t>tn</a:t>
            </a:r>
            <a:endParaRPr lang="en-IE" sz="1800" dirty="0">
              <a:solidFill>
                <a:srgbClr val="FF0000"/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A69709E0-4AB4-94E9-0356-540B5504B8B7}"/>
              </a:ext>
            </a:extLst>
          </p:cNvPr>
          <p:cNvCxnSpPr>
            <a:cxnSpLocks/>
            <a:stCxn id="193" idx="4"/>
          </p:cNvCxnSpPr>
          <p:nvPr/>
        </p:nvCxnSpPr>
        <p:spPr>
          <a:xfrm>
            <a:off x="6218441" y="2757593"/>
            <a:ext cx="0" cy="10786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B17F2FFD-1373-67BF-94E1-9E2A38F495AB}"/>
              </a:ext>
            </a:extLst>
          </p:cNvPr>
          <p:cNvSpPr txBox="1"/>
          <p:nvPr/>
        </p:nvSpPr>
        <p:spPr>
          <a:xfrm>
            <a:off x="1894326" y="3810390"/>
            <a:ext cx="52363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E" sz="2000" dirty="0"/>
              <a:t>latitude, longitude, sea surface temperature,  water depth, is substrate rocky,  biodiversity, water salinity, water pH, wave height,  oxygen content, nitrogen content, etc.</a:t>
            </a:r>
          </a:p>
          <a:p>
            <a:pPr algn="just"/>
            <a:r>
              <a:rPr lang="en-IE" sz="2000" b="1" dirty="0"/>
              <a:t>TARGET: </a:t>
            </a:r>
            <a:r>
              <a:rPr lang="en-IE" sz="2000" dirty="0">
                <a:highlight>
                  <a:srgbClr val="FFFF00"/>
                </a:highlight>
              </a:rPr>
              <a:t>Present / Not Present</a:t>
            </a:r>
          </a:p>
        </p:txBody>
      </p: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47374F32-F129-CF4F-F470-0D744816F9B0}"/>
              </a:ext>
            </a:extLst>
          </p:cNvPr>
          <p:cNvCxnSpPr>
            <a:cxnSpLocks/>
          </p:cNvCxnSpPr>
          <p:nvPr/>
        </p:nvCxnSpPr>
        <p:spPr>
          <a:xfrm>
            <a:off x="9270758" y="2632407"/>
            <a:ext cx="0" cy="106917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368BD17A-8934-2E7F-6B7A-B049BC061DE1}"/>
              </a:ext>
            </a:extLst>
          </p:cNvPr>
          <p:cNvSpPr txBox="1"/>
          <p:nvPr/>
        </p:nvSpPr>
        <p:spPr>
          <a:xfrm>
            <a:off x="8492359" y="3747185"/>
            <a:ext cx="2596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dirty="0"/>
              <a:t>Net direction and magnitude of water current, wind, marine traffic, etc.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771661B-4E12-652C-1EE9-7A186FF77A17}"/>
              </a:ext>
            </a:extLst>
          </p:cNvPr>
          <p:cNvSpPr txBox="1"/>
          <p:nvPr/>
        </p:nvSpPr>
        <p:spPr>
          <a:xfrm>
            <a:off x="6290427" y="3109609"/>
            <a:ext cx="905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NODE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255887-A51F-6B02-67EE-9E48AE4104ED}"/>
              </a:ext>
            </a:extLst>
          </p:cNvPr>
          <p:cNvSpPr txBox="1"/>
          <p:nvPr/>
        </p:nvSpPr>
        <p:spPr>
          <a:xfrm>
            <a:off x="9338054" y="3059668"/>
            <a:ext cx="905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LINK</a:t>
            </a:r>
          </a:p>
        </p:txBody>
      </p:sp>
    </p:spTree>
    <p:extLst>
      <p:ext uri="{BB962C8B-B14F-4D97-AF65-F5344CB8AC3E}">
        <p14:creationId xmlns:p14="http://schemas.microsoft.com/office/powerpoint/2010/main" val="3344567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038398-8087-4DF0-3D3D-644E13FE8D62}"/>
              </a:ext>
            </a:extLst>
          </p:cNvPr>
          <p:cNvSpPr/>
          <p:nvPr/>
        </p:nvSpPr>
        <p:spPr>
          <a:xfrm>
            <a:off x="798786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74E08F-0DE7-D5CC-AE41-BE9BF6F382C8}"/>
              </a:ext>
            </a:extLst>
          </p:cNvPr>
          <p:cNvSpPr/>
          <p:nvPr/>
        </p:nvSpPr>
        <p:spPr>
          <a:xfrm>
            <a:off x="981535" y="3331778"/>
            <a:ext cx="468892" cy="48347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9E78CF-0AB3-3998-C8CF-F20ACBB9CAB2}"/>
              </a:ext>
            </a:extLst>
          </p:cNvPr>
          <p:cNvSpPr/>
          <p:nvPr/>
        </p:nvSpPr>
        <p:spPr>
          <a:xfrm>
            <a:off x="4032859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449FAD-7614-6686-AE28-AD7001E443C3}"/>
              </a:ext>
            </a:extLst>
          </p:cNvPr>
          <p:cNvSpPr/>
          <p:nvPr/>
        </p:nvSpPr>
        <p:spPr>
          <a:xfrm rot="5400000">
            <a:off x="4017405" y="2318280"/>
            <a:ext cx="1775188" cy="1744280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F9AA8-68AA-5489-E682-DFE60124393F}"/>
              </a:ext>
            </a:extLst>
          </p:cNvPr>
          <p:cNvSpPr/>
          <p:nvPr/>
        </p:nvSpPr>
        <p:spPr>
          <a:xfrm>
            <a:off x="7601121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EFFE636-D78E-5B5C-3538-B7A9FFE64C04}"/>
              </a:ext>
            </a:extLst>
          </p:cNvPr>
          <p:cNvSpPr/>
          <p:nvPr/>
        </p:nvSpPr>
        <p:spPr>
          <a:xfrm>
            <a:off x="7539570" y="1315768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4EE99-901C-B798-7BEA-B4D2A9F173CB}"/>
              </a:ext>
            </a:extLst>
          </p:cNvPr>
          <p:cNvSpPr/>
          <p:nvPr/>
        </p:nvSpPr>
        <p:spPr>
          <a:xfrm rot="10800000">
            <a:off x="7601120" y="1422846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E76C9E-72AD-E30C-107B-63F41FDD3B5A}"/>
              </a:ext>
            </a:extLst>
          </p:cNvPr>
          <p:cNvSpPr/>
          <p:nvPr/>
        </p:nvSpPr>
        <p:spPr>
          <a:xfrm rot="9515423">
            <a:off x="4150417" y="2715367"/>
            <a:ext cx="1192924" cy="142726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19DBA9-15C9-4C2F-D386-E2F618B347E6}"/>
              </a:ext>
            </a:extLst>
          </p:cNvPr>
          <p:cNvCxnSpPr>
            <a:cxnSpLocks/>
          </p:cNvCxnSpPr>
          <p:nvPr/>
        </p:nvCxnSpPr>
        <p:spPr>
          <a:xfrm>
            <a:off x="3390220" y="4544674"/>
            <a:ext cx="4773837" cy="0"/>
          </a:xfrm>
          <a:prstGeom prst="straightConnector1">
            <a:avLst/>
          </a:prstGeom>
          <a:ln w="158750">
            <a:solidFill>
              <a:srgbClr val="6169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C07A709-F25D-3EB4-C02B-B3F770B49EB7}"/>
              </a:ext>
            </a:extLst>
          </p:cNvPr>
          <p:cNvSpPr/>
          <p:nvPr/>
        </p:nvSpPr>
        <p:spPr>
          <a:xfrm>
            <a:off x="3997453" y="5011335"/>
            <a:ext cx="3017782" cy="294462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rgbClr val="FF0000"/>
                </a:solidFill>
              </a:rPr>
              <a:t>0000000000000000000000000000000000000000000000000000000000000000000000000000000000000000000000000000000000000000000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</a:p>
        </p:txBody>
      </p:sp>
    </p:spTree>
    <p:extLst>
      <p:ext uri="{BB962C8B-B14F-4D97-AF65-F5344CB8AC3E}">
        <p14:creationId xmlns:p14="http://schemas.microsoft.com/office/powerpoint/2010/main" val="2756192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9015249-9417-7029-3100-9CD7E154B08D}"/>
              </a:ext>
            </a:extLst>
          </p:cNvPr>
          <p:cNvGrpSpPr/>
          <p:nvPr/>
        </p:nvGrpSpPr>
        <p:grpSpPr>
          <a:xfrm>
            <a:off x="2119430" y="2493092"/>
            <a:ext cx="3017782" cy="2944623"/>
            <a:chOff x="1749316" y="1263006"/>
            <a:chExt cx="3017782" cy="294462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F71FED9-5D4C-9115-78F7-D6BEB0AC0D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49316" y="1263006"/>
              <a:ext cx="3017782" cy="2944623"/>
            </a:xfrm>
            <a:prstGeom prst="rect">
              <a:avLst/>
            </a:prstGeom>
          </p:spPr>
        </p:pic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A03A9211-3E08-513D-79C9-48E65E6F0823}"/>
                </a:ext>
              </a:extLst>
            </p:cNvPr>
            <p:cNvSpPr/>
            <p:nvPr/>
          </p:nvSpPr>
          <p:spPr>
            <a:xfrm rot="9515423">
              <a:off x="1968656" y="2715367"/>
              <a:ext cx="1192924" cy="1427265"/>
            </a:xfrm>
            <a:custGeom>
              <a:avLst/>
              <a:gdLst>
                <a:gd name="connsiteX0" fmla="*/ 458382 w 1604488"/>
                <a:gd name="connsiteY0" fmla="*/ 1345324 h 1576552"/>
                <a:gd name="connsiteX1" fmla="*/ 258685 w 1604488"/>
                <a:gd name="connsiteY1" fmla="*/ 546538 h 1576552"/>
                <a:gd name="connsiteX2" fmla="*/ 395320 w 1604488"/>
                <a:gd name="connsiteY2" fmla="*/ 493986 h 1576552"/>
                <a:gd name="connsiteX3" fmla="*/ 616037 w 1604488"/>
                <a:gd name="connsiteY3" fmla="*/ 641131 h 1576552"/>
                <a:gd name="connsiteX4" fmla="*/ 721141 w 1604488"/>
                <a:gd name="connsiteY4" fmla="*/ 840828 h 1576552"/>
                <a:gd name="connsiteX5" fmla="*/ 689610 w 1604488"/>
                <a:gd name="connsiteY5" fmla="*/ 1198179 h 1576552"/>
                <a:gd name="connsiteX6" fmla="*/ 658079 w 1604488"/>
                <a:gd name="connsiteY6" fmla="*/ 1240221 h 1576552"/>
                <a:gd name="connsiteX7" fmla="*/ 689610 w 1604488"/>
                <a:gd name="connsiteY7" fmla="*/ 1219200 h 1576552"/>
                <a:gd name="connsiteX8" fmla="*/ 479403 w 1604488"/>
                <a:gd name="connsiteY8" fmla="*/ 620110 h 1576552"/>
                <a:gd name="connsiteX9" fmla="*/ 216644 w 1604488"/>
                <a:gd name="connsiteY9" fmla="*/ 704193 h 1576552"/>
                <a:gd name="connsiteX10" fmla="*/ 122051 w 1604488"/>
                <a:gd name="connsiteY10" fmla="*/ 788276 h 1576552"/>
                <a:gd name="connsiteX11" fmla="*/ 90520 w 1604488"/>
                <a:gd name="connsiteY11" fmla="*/ 893379 h 1576552"/>
                <a:gd name="connsiteX12" fmla="*/ 342768 w 1604488"/>
                <a:gd name="connsiteY12" fmla="*/ 924910 h 1576552"/>
                <a:gd name="connsiteX13" fmla="*/ 658079 w 1604488"/>
                <a:gd name="connsiteY13" fmla="*/ 777766 h 1576552"/>
                <a:gd name="connsiteX14" fmla="*/ 794713 w 1604488"/>
                <a:gd name="connsiteY14" fmla="*/ 746235 h 1576552"/>
                <a:gd name="connsiteX15" fmla="*/ 395320 w 1604488"/>
                <a:gd name="connsiteY15" fmla="*/ 977462 h 1576552"/>
                <a:gd name="connsiteX16" fmla="*/ 143072 w 1604488"/>
                <a:gd name="connsiteY16" fmla="*/ 935421 h 1576552"/>
                <a:gd name="connsiteX17" fmla="*/ 6437 w 1604488"/>
                <a:gd name="connsiteY17" fmla="*/ 798786 h 1576552"/>
                <a:gd name="connsiteX18" fmla="*/ 416341 w 1604488"/>
                <a:gd name="connsiteY18" fmla="*/ 504497 h 1576552"/>
                <a:gd name="connsiteX19" fmla="*/ 1141554 w 1604488"/>
                <a:gd name="connsiteY19" fmla="*/ 767255 h 1576552"/>
                <a:gd name="connsiteX20" fmla="*/ 920837 w 1604488"/>
                <a:gd name="connsiteY20" fmla="*/ 430924 h 1576552"/>
                <a:gd name="connsiteX21" fmla="*/ 616037 w 1604488"/>
                <a:gd name="connsiteY21" fmla="*/ 73572 h 1576552"/>
                <a:gd name="connsiteX22" fmla="*/ 489913 w 1604488"/>
                <a:gd name="connsiteY22" fmla="*/ 0 h 1576552"/>
                <a:gd name="connsiteX23" fmla="*/ 426851 w 1604488"/>
                <a:gd name="connsiteY23" fmla="*/ 84083 h 1576552"/>
                <a:gd name="connsiteX24" fmla="*/ 584506 w 1604488"/>
                <a:gd name="connsiteY24" fmla="*/ 525517 h 1576552"/>
                <a:gd name="connsiteX25" fmla="*/ 878796 w 1604488"/>
                <a:gd name="connsiteY25" fmla="*/ 620110 h 1576552"/>
                <a:gd name="connsiteX26" fmla="*/ 962879 w 1604488"/>
                <a:gd name="connsiteY26" fmla="*/ 662152 h 1576552"/>
                <a:gd name="connsiteX27" fmla="*/ 794713 w 1604488"/>
                <a:gd name="connsiteY27" fmla="*/ 819807 h 1576552"/>
                <a:gd name="connsiteX28" fmla="*/ 405830 w 1604488"/>
                <a:gd name="connsiteY28" fmla="*/ 630621 h 1576552"/>
                <a:gd name="connsiteX29" fmla="*/ 258685 w 1604488"/>
                <a:gd name="connsiteY29" fmla="*/ 451945 h 1576552"/>
                <a:gd name="connsiteX30" fmla="*/ 290217 w 1604488"/>
                <a:gd name="connsiteY30" fmla="*/ 441435 h 1576552"/>
                <a:gd name="connsiteX31" fmla="*/ 710630 w 1604488"/>
                <a:gd name="connsiteY31" fmla="*/ 1103586 h 1576552"/>
                <a:gd name="connsiteX32" fmla="*/ 721141 w 1604488"/>
                <a:gd name="connsiteY32" fmla="*/ 1324304 h 1576552"/>
                <a:gd name="connsiteX33" fmla="*/ 416341 w 1604488"/>
                <a:gd name="connsiteY33" fmla="*/ 1492469 h 1576552"/>
                <a:gd name="connsiteX34" fmla="*/ 290217 w 1604488"/>
                <a:gd name="connsiteY34" fmla="*/ 1481959 h 1576552"/>
                <a:gd name="connsiteX35" fmla="*/ 37968 w 1604488"/>
                <a:gd name="connsiteY35" fmla="*/ 1187669 h 1576552"/>
                <a:gd name="connsiteX36" fmla="*/ 101030 w 1604488"/>
                <a:gd name="connsiteY36" fmla="*/ 1124607 h 1576552"/>
                <a:gd name="connsiteX37" fmla="*/ 742161 w 1604488"/>
                <a:gd name="connsiteY37" fmla="*/ 1145628 h 1576552"/>
                <a:gd name="connsiteX38" fmla="*/ 1530437 w 1604488"/>
                <a:gd name="connsiteY38" fmla="*/ 1481959 h 1576552"/>
                <a:gd name="connsiteX39" fmla="*/ 1519927 w 1604488"/>
                <a:gd name="connsiteY39" fmla="*/ 1345324 h 1576552"/>
                <a:gd name="connsiteX40" fmla="*/ 1057472 w 1604488"/>
                <a:gd name="connsiteY40" fmla="*/ 851338 h 1576552"/>
                <a:gd name="connsiteX41" fmla="*/ 815734 w 1604488"/>
                <a:gd name="connsiteY41" fmla="*/ 809297 h 1576552"/>
                <a:gd name="connsiteX42" fmla="*/ 616037 w 1604488"/>
                <a:gd name="connsiteY42" fmla="*/ 840828 h 1576552"/>
                <a:gd name="connsiteX43" fmla="*/ 794713 w 1604488"/>
                <a:gd name="connsiteY43" fmla="*/ 1030014 h 1576552"/>
                <a:gd name="connsiteX44" fmla="*/ 878796 w 1604488"/>
                <a:gd name="connsiteY44" fmla="*/ 1103586 h 1576552"/>
                <a:gd name="connsiteX45" fmla="*/ 1183596 w 1604488"/>
                <a:gd name="connsiteY45" fmla="*/ 945931 h 1576552"/>
                <a:gd name="connsiteX46" fmla="*/ 1110023 w 1604488"/>
                <a:gd name="connsiteY46" fmla="*/ 578069 h 1576552"/>
                <a:gd name="connsiteX47" fmla="*/ 910327 w 1604488"/>
                <a:gd name="connsiteY47" fmla="*/ 451945 h 1576552"/>
                <a:gd name="connsiteX48" fmla="*/ 805223 w 1604488"/>
                <a:gd name="connsiteY48" fmla="*/ 409904 h 1576552"/>
                <a:gd name="connsiteX49" fmla="*/ 1204617 w 1604488"/>
                <a:gd name="connsiteY49" fmla="*/ 483476 h 1576552"/>
                <a:gd name="connsiteX50" fmla="*/ 1456865 w 1604488"/>
                <a:gd name="connsiteY50" fmla="*/ 567559 h 1576552"/>
                <a:gd name="connsiteX51" fmla="*/ 1509417 w 1604488"/>
                <a:gd name="connsiteY51" fmla="*/ 651641 h 1576552"/>
                <a:gd name="connsiteX52" fmla="*/ 1488396 w 1604488"/>
                <a:gd name="connsiteY52" fmla="*/ 861848 h 1576552"/>
                <a:gd name="connsiteX53" fmla="*/ 1404313 w 1604488"/>
                <a:gd name="connsiteY53" fmla="*/ 945931 h 1576552"/>
                <a:gd name="connsiteX54" fmla="*/ 1110023 w 1604488"/>
                <a:gd name="connsiteY54" fmla="*/ 977462 h 1576552"/>
                <a:gd name="connsiteX55" fmla="*/ 794713 w 1604488"/>
                <a:gd name="connsiteY55" fmla="*/ 924910 h 1576552"/>
                <a:gd name="connsiteX56" fmla="*/ 626548 w 1604488"/>
                <a:gd name="connsiteY56" fmla="*/ 966952 h 1576552"/>
                <a:gd name="connsiteX57" fmla="*/ 637058 w 1604488"/>
                <a:gd name="connsiteY57" fmla="*/ 1198179 h 1576552"/>
                <a:gd name="connsiteX58" fmla="*/ 647568 w 1604488"/>
                <a:gd name="connsiteY58" fmla="*/ 1250731 h 1576552"/>
                <a:gd name="connsiteX59" fmla="*/ 931348 w 1604488"/>
                <a:gd name="connsiteY59" fmla="*/ 1566041 h 1576552"/>
                <a:gd name="connsiteX60" fmla="*/ 1089003 w 1604488"/>
                <a:gd name="connsiteY60" fmla="*/ 1576552 h 1576552"/>
                <a:gd name="connsiteX61" fmla="*/ 1152065 w 1604488"/>
                <a:gd name="connsiteY61" fmla="*/ 1460938 h 1576552"/>
                <a:gd name="connsiteX62" fmla="*/ 1173085 w 1604488"/>
                <a:gd name="connsiteY62" fmla="*/ 1334814 h 1576552"/>
                <a:gd name="connsiteX63" fmla="*/ 910327 w 1604488"/>
                <a:gd name="connsiteY63" fmla="*/ 1051035 h 1576552"/>
                <a:gd name="connsiteX64" fmla="*/ 658079 w 1604488"/>
                <a:gd name="connsiteY64" fmla="*/ 882869 h 1576552"/>
                <a:gd name="connsiteX65" fmla="*/ 647568 w 1604488"/>
                <a:gd name="connsiteY65" fmla="*/ 819807 h 1576552"/>
                <a:gd name="connsiteX66" fmla="*/ 773692 w 1604488"/>
                <a:gd name="connsiteY66" fmla="*/ 672662 h 1576552"/>
                <a:gd name="connsiteX67" fmla="*/ 899817 w 1604488"/>
                <a:gd name="connsiteY67" fmla="*/ 409904 h 1576552"/>
                <a:gd name="connsiteX68" fmla="*/ 910327 w 1604488"/>
                <a:gd name="connsiteY68" fmla="*/ 336331 h 1576552"/>
                <a:gd name="connsiteX69" fmla="*/ 920837 w 1604488"/>
                <a:gd name="connsiteY69" fmla="*/ 304800 h 1576552"/>
                <a:gd name="connsiteX70" fmla="*/ 983899 w 1604488"/>
                <a:gd name="connsiteY70" fmla="*/ 294290 h 1576552"/>
                <a:gd name="connsiteX71" fmla="*/ 1194106 w 1604488"/>
                <a:gd name="connsiteY71" fmla="*/ 252248 h 1576552"/>
                <a:gd name="connsiteX72" fmla="*/ 1236148 w 1604488"/>
                <a:gd name="connsiteY72" fmla="*/ 262759 h 1576552"/>
                <a:gd name="connsiteX73" fmla="*/ 1225637 w 1604488"/>
                <a:gd name="connsiteY73" fmla="*/ 536028 h 1576552"/>
                <a:gd name="connsiteX74" fmla="*/ 1078492 w 1604488"/>
                <a:gd name="connsiteY74" fmla="*/ 588579 h 1576552"/>
                <a:gd name="connsiteX75" fmla="*/ 1036451 w 1604488"/>
                <a:gd name="connsiteY75" fmla="*/ 609600 h 1576552"/>
                <a:gd name="connsiteX76" fmla="*/ 983899 w 1604488"/>
                <a:gd name="connsiteY76" fmla="*/ 683172 h 1576552"/>
                <a:gd name="connsiteX77" fmla="*/ 1089003 w 1604488"/>
                <a:gd name="connsiteY77" fmla="*/ 914400 h 1576552"/>
                <a:gd name="connsiteX78" fmla="*/ 1561968 w 1604488"/>
                <a:gd name="connsiteY78" fmla="*/ 956441 h 1576552"/>
                <a:gd name="connsiteX79" fmla="*/ 1593499 w 1604488"/>
                <a:gd name="connsiteY79" fmla="*/ 987972 h 1576552"/>
                <a:gd name="connsiteX80" fmla="*/ 1572479 w 1604488"/>
                <a:gd name="connsiteY80" fmla="*/ 1177159 h 1576552"/>
                <a:gd name="connsiteX81" fmla="*/ 1362272 w 1604488"/>
                <a:gd name="connsiteY81" fmla="*/ 1271752 h 1576552"/>
                <a:gd name="connsiteX82" fmla="*/ 647568 w 1604488"/>
                <a:gd name="connsiteY82" fmla="*/ 1187669 h 1576552"/>
                <a:gd name="connsiteX83" fmla="*/ 447872 w 1604488"/>
                <a:gd name="connsiteY83" fmla="*/ 872359 h 1576552"/>
                <a:gd name="connsiteX84" fmla="*/ 416341 w 1604488"/>
                <a:gd name="connsiteY84" fmla="*/ 809297 h 1576552"/>
                <a:gd name="connsiteX85" fmla="*/ 342768 w 1604488"/>
                <a:gd name="connsiteY85" fmla="*/ 788276 h 1576552"/>
                <a:gd name="connsiteX86" fmla="*/ 258685 w 1604488"/>
                <a:gd name="connsiteY86" fmla="*/ 945931 h 1576552"/>
                <a:gd name="connsiteX87" fmla="*/ 279706 w 1604488"/>
                <a:gd name="connsiteY87" fmla="*/ 1387366 h 1576552"/>
                <a:gd name="connsiteX88" fmla="*/ 374299 w 1604488"/>
                <a:gd name="connsiteY88" fmla="*/ 1450428 h 1576552"/>
                <a:gd name="connsiteX89" fmla="*/ 941858 w 1604488"/>
                <a:gd name="connsiteY89" fmla="*/ 1471448 h 1576552"/>
                <a:gd name="connsiteX90" fmla="*/ 1404313 w 1604488"/>
                <a:gd name="connsiteY90" fmla="*/ 1439917 h 1576552"/>
                <a:gd name="connsiteX91" fmla="*/ 1435844 w 1604488"/>
                <a:gd name="connsiteY91" fmla="*/ 1429407 h 1576552"/>
                <a:gd name="connsiteX92" fmla="*/ 1425334 w 1604488"/>
                <a:gd name="connsiteY92" fmla="*/ 1397876 h 1576552"/>
                <a:gd name="connsiteX93" fmla="*/ 1278189 w 1604488"/>
                <a:gd name="connsiteY93" fmla="*/ 1198179 h 1576552"/>
                <a:gd name="connsiteX94" fmla="*/ 1025941 w 1604488"/>
                <a:gd name="connsiteY94" fmla="*/ 998483 h 1576552"/>
                <a:gd name="connsiteX95" fmla="*/ 573996 w 1604488"/>
                <a:gd name="connsiteY95" fmla="*/ 756745 h 1576552"/>
                <a:gd name="connsiteX96" fmla="*/ 605527 w 1604488"/>
                <a:gd name="connsiteY96" fmla="*/ 693683 h 1576552"/>
                <a:gd name="connsiteX97" fmla="*/ 962879 w 1604488"/>
                <a:gd name="connsiteY97" fmla="*/ 451945 h 1576552"/>
                <a:gd name="connsiteX98" fmla="*/ 983899 w 1604488"/>
                <a:gd name="connsiteY98" fmla="*/ 388883 h 1576552"/>
                <a:gd name="connsiteX99" fmla="*/ 994410 w 1604488"/>
                <a:gd name="connsiteY99" fmla="*/ 346841 h 1576552"/>
                <a:gd name="connsiteX100" fmla="*/ 952368 w 1604488"/>
                <a:gd name="connsiteY100" fmla="*/ 262759 h 1576552"/>
                <a:gd name="connsiteX101" fmla="*/ 1215127 w 1604488"/>
                <a:gd name="connsiteY101" fmla="*/ 283779 h 1576552"/>
                <a:gd name="connsiteX102" fmla="*/ 1309720 w 1604488"/>
                <a:gd name="connsiteY102" fmla="*/ 399393 h 1576552"/>
                <a:gd name="connsiteX103" fmla="*/ 1288699 w 1604488"/>
                <a:gd name="connsiteY103" fmla="*/ 609600 h 1576552"/>
                <a:gd name="connsiteX104" fmla="*/ 1267679 w 1604488"/>
                <a:gd name="connsiteY104" fmla="*/ 672662 h 1576552"/>
                <a:gd name="connsiteX105" fmla="*/ 1162575 w 1604488"/>
                <a:gd name="connsiteY105" fmla="*/ 756745 h 1576552"/>
                <a:gd name="connsiteX106" fmla="*/ 1004920 w 1604488"/>
                <a:gd name="connsiteY106" fmla="*/ 819807 h 1576552"/>
                <a:gd name="connsiteX107" fmla="*/ 889306 w 1604488"/>
                <a:gd name="connsiteY107" fmla="*/ 966952 h 1576552"/>
                <a:gd name="connsiteX108" fmla="*/ 868285 w 1604488"/>
                <a:gd name="connsiteY108" fmla="*/ 1040524 h 1576552"/>
                <a:gd name="connsiteX109" fmla="*/ 857775 w 1604488"/>
                <a:gd name="connsiteY109" fmla="*/ 1093076 h 1576552"/>
                <a:gd name="connsiteX110" fmla="*/ 868285 w 1604488"/>
                <a:gd name="connsiteY110" fmla="*/ 1135117 h 1576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604488" h="1576552">
                  <a:moveTo>
                    <a:pt x="458382" y="1345324"/>
                  </a:moveTo>
                  <a:cubicBezTo>
                    <a:pt x="391816" y="1079062"/>
                    <a:pt x="278960" y="820245"/>
                    <a:pt x="258685" y="546538"/>
                  </a:cubicBezTo>
                  <a:cubicBezTo>
                    <a:pt x="255080" y="497874"/>
                    <a:pt x="348147" y="481499"/>
                    <a:pt x="395320" y="493986"/>
                  </a:cubicBezTo>
                  <a:cubicBezTo>
                    <a:pt x="480799" y="516613"/>
                    <a:pt x="542465" y="592083"/>
                    <a:pt x="616037" y="641131"/>
                  </a:cubicBezTo>
                  <a:cubicBezTo>
                    <a:pt x="651072" y="707697"/>
                    <a:pt x="711291" y="766253"/>
                    <a:pt x="721141" y="840828"/>
                  </a:cubicBezTo>
                  <a:cubicBezTo>
                    <a:pt x="736799" y="959378"/>
                    <a:pt x="708260" y="1080063"/>
                    <a:pt x="689610" y="1198179"/>
                  </a:cubicBezTo>
                  <a:cubicBezTo>
                    <a:pt x="686878" y="1215482"/>
                    <a:pt x="658079" y="1222704"/>
                    <a:pt x="658079" y="1240221"/>
                  </a:cubicBezTo>
                  <a:cubicBezTo>
                    <a:pt x="658079" y="1252853"/>
                    <a:pt x="679100" y="1226207"/>
                    <a:pt x="689610" y="1219200"/>
                  </a:cubicBezTo>
                  <a:cubicBezTo>
                    <a:pt x="727533" y="953736"/>
                    <a:pt x="864468" y="727928"/>
                    <a:pt x="479403" y="620110"/>
                  </a:cubicBezTo>
                  <a:cubicBezTo>
                    <a:pt x="390847" y="595314"/>
                    <a:pt x="304230" y="676165"/>
                    <a:pt x="216644" y="704193"/>
                  </a:cubicBezTo>
                  <a:cubicBezTo>
                    <a:pt x="185113" y="732221"/>
                    <a:pt x="145452" y="753174"/>
                    <a:pt x="122051" y="788276"/>
                  </a:cubicBezTo>
                  <a:cubicBezTo>
                    <a:pt x="101762" y="818710"/>
                    <a:pt x="59420" y="874127"/>
                    <a:pt x="90520" y="893379"/>
                  </a:cubicBezTo>
                  <a:cubicBezTo>
                    <a:pt x="162569" y="937981"/>
                    <a:pt x="258685" y="914400"/>
                    <a:pt x="342768" y="924910"/>
                  </a:cubicBezTo>
                  <a:cubicBezTo>
                    <a:pt x="447872" y="875862"/>
                    <a:pt x="550218" y="820409"/>
                    <a:pt x="658079" y="777766"/>
                  </a:cubicBezTo>
                  <a:cubicBezTo>
                    <a:pt x="701547" y="760581"/>
                    <a:pt x="831927" y="717952"/>
                    <a:pt x="794713" y="746235"/>
                  </a:cubicBezTo>
                  <a:cubicBezTo>
                    <a:pt x="672237" y="839316"/>
                    <a:pt x="528451" y="900386"/>
                    <a:pt x="395320" y="977462"/>
                  </a:cubicBezTo>
                  <a:cubicBezTo>
                    <a:pt x="311237" y="963448"/>
                    <a:pt x="220530" y="971010"/>
                    <a:pt x="143072" y="935421"/>
                  </a:cubicBezTo>
                  <a:cubicBezTo>
                    <a:pt x="84544" y="908530"/>
                    <a:pt x="-28057" y="853181"/>
                    <a:pt x="6437" y="798786"/>
                  </a:cubicBezTo>
                  <a:cubicBezTo>
                    <a:pt x="96516" y="656738"/>
                    <a:pt x="279706" y="602593"/>
                    <a:pt x="416341" y="504497"/>
                  </a:cubicBezTo>
                  <a:cubicBezTo>
                    <a:pt x="658079" y="592083"/>
                    <a:pt x="887130" y="804359"/>
                    <a:pt x="1141554" y="767255"/>
                  </a:cubicBezTo>
                  <a:cubicBezTo>
                    <a:pt x="1274246" y="747904"/>
                    <a:pt x="1007858" y="532948"/>
                    <a:pt x="920837" y="430924"/>
                  </a:cubicBezTo>
                  <a:cubicBezTo>
                    <a:pt x="819237" y="311807"/>
                    <a:pt x="726743" y="184278"/>
                    <a:pt x="616037" y="73572"/>
                  </a:cubicBezTo>
                  <a:cubicBezTo>
                    <a:pt x="581621" y="39156"/>
                    <a:pt x="531954" y="24524"/>
                    <a:pt x="489913" y="0"/>
                  </a:cubicBezTo>
                  <a:cubicBezTo>
                    <a:pt x="468892" y="28028"/>
                    <a:pt x="431334" y="49337"/>
                    <a:pt x="426851" y="84083"/>
                  </a:cubicBezTo>
                  <a:cubicBezTo>
                    <a:pt x="407805" y="231690"/>
                    <a:pt x="449120" y="433058"/>
                    <a:pt x="584506" y="525517"/>
                  </a:cubicBezTo>
                  <a:cubicBezTo>
                    <a:pt x="669596" y="583627"/>
                    <a:pt x="781882" y="585113"/>
                    <a:pt x="878796" y="620110"/>
                  </a:cubicBezTo>
                  <a:cubicBezTo>
                    <a:pt x="908269" y="630753"/>
                    <a:pt x="934851" y="648138"/>
                    <a:pt x="962879" y="662152"/>
                  </a:cubicBezTo>
                  <a:cubicBezTo>
                    <a:pt x="994676" y="741648"/>
                    <a:pt x="1061625" y="858631"/>
                    <a:pt x="794713" y="819807"/>
                  </a:cubicBezTo>
                  <a:cubicBezTo>
                    <a:pt x="652061" y="799058"/>
                    <a:pt x="535458" y="693683"/>
                    <a:pt x="405830" y="630621"/>
                  </a:cubicBezTo>
                  <a:cubicBezTo>
                    <a:pt x="356782" y="571062"/>
                    <a:pt x="298918" y="517781"/>
                    <a:pt x="258685" y="451945"/>
                  </a:cubicBezTo>
                  <a:cubicBezTo>
                    <a:pt x="252908" y="442491"/>
                    <a:pt x="283323" y="432762"/>
                    <a:pt x="290217" y="441435"/>
                  </a:cubicBezTo>
                  <a:cubicBezTo>
                    <a:pt x="546943" y="764412"/>
                    <a:pt x="553030" y="801519"/>
                    <a:pt x="710630" y="1103586"/>
                  </a:cubicBezTo>
                  <a:cubicBezTo>
                    <a:pt x="714134" y="1177159"/>
                    <a:pt x="735586" y="1252078"/>
                    <a:pt x="721141" y="1324304"/>
                  </a:cubicBezTo>
                  <a:cubicBezTo>
                    <a:pt x="695675" y="1451635"/>
                    <a:pt x="487676" y="1469772"/>
                    <a:pt x="416341" y="1492469"/>
                  </a:cubicBezTo>
                  <a:cubicBezTo>
                    <a:pt x="374300" y="1488966"/>
                    <a:pt x="323070" y="1508424"/>
                    <a:pt x="290217" y="1481959"/>
                  </a:cubicBezTo>
                  <a:cubicBezTo>
                    <a:pt x="189601" y="1400907"/>
                    <a:pt x="37968" y="1187669"/>
                    <a:pt x="37968" y="1187669"/>
                  </a:cubicBezTo>
                  <a:cubicBezTo>
                    <a:pt x="58989" y="1166648"/>
                    <a:pt x="72292" y="1132214"/>
                    <a:pt x="101030" y="1124607"/>
                  </a:cubicBezTo>
                  <a:cubicBezTo>
                    <a:pt x="356169" y="1057070"/>
                    <a:pt x="481983" y="1106207"/>
                    <a:pt x="742161" y="1145628"/>
                  </a:cubicBezTo>
                  <a:cubicBezTo>
                    <a:pt x="1509082" y="1475829"/>
                    <a:pt x="1238366" y="1384596"/>
                    <a:pt x="1530437" y="1481959"/>
                  </a:cubicBezTo>
                  <a:cubicBezTo>
                    <a:pt x="1526934" y="1436414"/>
                    <a:pt x="1539973" y="1386370"/>
                    <a:pt x="1519927" y="1345324"/>
                  </a:cubicBezTo>
                  <a:cubicBezTo>
                    <a:pt x="1415192" y="1130865"/>
                    <a:pt x="1280142" y="950829"/>
                    <a:pt x="1057472" y="851338"/>
                  </a:cubicBezTo>
                  <a:cubicBezTo>
                    <a:pt x="982798" y="817973"/>
                    <a:pt x="896313" y="823311"/>
                    <a:pt x="815734" y="809297"/>
                  </a:cubicBezTo>
                  <a:lnTo>
                    <a:pt x="616037" y="840828"/>
                  </a:lnTo>
                  <a:cubicBezTo>
                    <a:pt x="738945" y="914573"/>
                    <a:pt x="614161" y="831407"/>
                    <a:pt x="794713" y="1030014"/>
                  </a:cubicBezTo>
                  <a:cubicBezTo>
                    <a:pt x="819765" y="1057571"/>
                    <a:pt x="850768" y="1079062"/>
                    <a:pt x="878796" y="1103586"/>
                  </a:cubicBezTo>
                  <a:cubicBezTo>
                    <a:pt x="980396" y="1051034"/>
                    <a:pt x="1106302" y="1030251"/>
                    <a:pt x="1183596" y="945931"/>
                  </a:cubicBezTo>
                  <a:cubicBezTo>
                    <a:pt x="1311109" y="806826"/>
                    <a:pt x="1210443" y="665100"/>
                    <a:pt x="1110023" y="578069"/>
                  </a:cubicBezTo>
                  <a:cubicBezTo>
                    <a:pt x="1050528" y="526506"/>
                    <a:pt x="979261" y="489978"/>
                    <a:pt x="910327" y="451945"/>
                  </a:cubicBezTo>
                  <a:cubicBezTo>
                    <a:pt x="877288" y="433717"/>
                    <a:pt x="767704" y="405884"/>
                    <a:pt x="805223" y="409904"/>
                  </a:cubicBezTo>
                  <a:cubicBezTo>
                    <a:pt x="939824" y="424325"/>
                    <a:pt x="1073042" y="451643"/>
                    <a:pt x="1204617" y="483476"/>
                  </a:cubicBezTo>
                  <a:cubicBezTo>
                    <a:pt x="1290763" y="504318"/>
                    <a:pt x="1372782" y="539531"/>
                    <a:pt x="1456865" y="567559"/>
                  </a:cubicBezTo>
                  <a:cubicBezTo>
                    <a:pt x="1474382" y="595586"/>
                    <a:pt x="1496833" y="621079"/>
                    <a:pt x="1509417" y="651641"/>
                  </a:cubicBezTo>
                  <a:cubicBezTo>
                    <a:pt x="1542621" y="732279"/>
                    <a:pt x="1537300" y="784416"/>
                    <a:pt x="1488396" y="861848"/>
                  </a:cubicBezTo>
                  <a:cubicBezTo>
                    <a:pt x="1467230" y="895361"/>
                    <a:pt x="1442220" y="934348"/>
                    <a:pt x="1404313" y="945931"/>
                  </a:cubicBezTo>
                  <a:cubicBezTo>
                    <a:pt x="1309961" y="974761"/>
                    <a:pt x="1208120" y="966952"/>
                    <a:pt x="1110023" y="977462"/>
                  </a:cubicBezTo>
                  <a:cubicBezTo>
                    <a:pt x="1004920" y="959945"/>
                    <a:pt x="901241" y="927226"/>
                    <a:pt x="794713" y="924910"/>
                  </a:cubicBezTo>
                  <a:cubicBezTo>
                    <a:pt x="736946" y="923654"/>
                    <a:pt x="655422" y="916904"/>
                    <a:pt x="626548" y="966952"/>
                  </a:cubicBezTo>
                  <a:cubicBezTo>
                    <a:pt x="587992" y="1033783"/>
                    <a:pt x="631359" y="1121235"/>
                    <a:pt x="637058" y="1198179"/>
                  </a:cubicBezTo>
                  <a:cubicBezTo>
                    <a:pt x="638378" y="1215994"/>
                    <a:pt x="644746" y="1233091"/>
                    <a:pt x="647568" y="1250731"/>
                  </a:cubicBezTo>
                  <a:cubicBezTo>
                    <a:pt x="690183" y="1517075"/>
                    <a:pt x="616819" y="1477328"/>
                    <a:pt x="931348" y="1566041"/>
                  </a:cubicBezTo>
                  <a:cubicBezTo>
                    <a:pt x="982039" y="1580338"/>
                    <a:pt x="1036451" y="1573048"/>
                    <a:pt x="1089003" y="1576552"/>
                  </a:cubicBezTo>
                  <a:cubicBezTo>
                    <a:pt x="1110024" y="1538014"/>
                    <a:pt x="1137644" y="1502400"/>
                    <a:pt x="1152065" y="1460938"/>
                  </a:cubicBezTo>
                  <a:cubicBezTo>
                    <a:pt x="1166067" y="1420682"/>
                    <a:pt x="1181444" y="1376608"/>
                    <a:pt x="1173085" y="1334814"/>
                  </a:cubicBezTo>
                  <a:cubicBezTo>
                    <a:pt x="1145571" y="1197246"/>
                    <a:pt x="1010713" y="1122739"/>
                    <a:pt x="910327" y="1051035"/>
                  </a:cubicBezTo>
                  <a:cubicBezTo>
                    <a:pt x="828095" y="992298"/>
                    <a:pt x="658079" y="882869"/>
                    <a:pt x="658079" y="882869"/>
                  </a:cubicBezTo>
                  <a:cubicBezTo>
                    <a:pt x="654575" y="861848"/>
                    <a:pt x="642776" y="840572"/>
                    <a:pt x="647568" y="819807"/>
                  </a:cubicBezTo>
                  <a:cubicBezTo>
                    <a:pt x="667098" y="735179"/>
                    <a:pt x="722398" y="736779"/>
                    <a:pt x="773692" y="672662"/>
                  </a:cubicBezTo>
                  <a:cubicBezTo>
                    <a:pt x="858006" y="567269"/>
                    <a:pt x="859919" y="529597"/>
                    <a:pt x="899817" y="409904"/>
                  </a:cubicBezTo>
                  <a:cubicBezTo>
                    <a:pt x="903320" y="385380"/>
                    <a:pt x="905469" y="360623"/>
                    <a:pt x="910327" y="336331"/>
                  </a:cubicBezTo>
                  <a:cubicBezTo>
                    <a:pt x="912500" y="325467"/>
                    <a:pt x="911218" y="310297"/>
                    <a:pt x="920837" y="304800"/>
                  </a:cubicBezTo>
                  <a:cubicBezTo>
                    <a:pt x="939340" y="294227"/>
                    <a:pt x="963096" y="298913"/>
                    <a:pt x="983899" y="294290"/>
                  </a:cubicBezTo>
                  <a:cubicBezTo>
                    <a:pt x="1181297" y="250424"/>
                    <a:pt x="1038427" y="271709"/>
                    <a:pt x="1194106" y="252248"/>
                  </a:cubicBezTo>
                  <a:cubicBezTo>
                    <a:pt x="1208120" y="255752"/>
                    <a:pt x="1228135" y="250740"/>
                    <a:pt x="1236148" y="262759"/>
                  </a:cubicBezTo>
                  <a:cubicBezTo>
                    <a:pt x="1304906" y="365896"/>
                    <a:pt x="1338390" y="444752"/>
                    <a:pt x="1225637" y="536028"/>
                  </a:cubicBezTo>
                  <a:cubicBezTo>
                    <a:pt x="1185156" y="568798"/>
                    <a:pt x="1127033" y="569702"/>
                    <a:pt x="1078492" y="588579"/>
                  </a:cubicBezTo>
                  <a:cubicBezTo>
                    <a:pt x="1063890" y="594258"/>
                    <a:pt x="1050465" y="602593"/>
                    <a:pt x="1036451" y="609600"/>
                  </a:cubicBezTo>
                  <a:cubicBezTo>
                    <a:pt x="1018934" y="634124"/>
                    <a:pt x="994481" y="654953"/>
                    <a:pt x="983899" y="683172"/>
                  </a:cubicBezTo>
                  <a:cubicBezTo>
                    <a:pt x="947625" y="779902"/>
                    <a:pt x="988956" y="861042"/>
                    <a:pt x="1089003" y="914400"/>
                  </a:cubicBezTo>
                  <a:cubicBezTo>
                    <a:pt x="1158930" y="951694"/>
                    <a:pt x="1518692" y="954777"/>
                    <a:pt x="1561968" y="956441"/>
                  </a:cubicBezTo>
                  <a:cubicBezTo>
                    <a:pt x="1572478" y="966951"/>
                    <a:pt x="1589128" y="973765"/>
                    <a:pt x="1593499" y="987972"/>
                  </a:cubicBezTo>
                  <a:cubicBezTo>
                    <a:pt x="1604865" y="1024911"/>
                    <a:pt x="1618178" y="1143381"/>
                    <a:pt x="1572479" y="1177159"/>
                  </a:cubicBezTo>
                  <a:cubicBezTo>
                    <a:pt x="1510689" y="1222830"/>
                    <a:pt x="1432341" y="1240221"/>
                    <a:pt x="1362272" y="1271752"/>
                  </a:cubicBezTo>
                  <a:cubicBezTo>
                    <a:pt x="1124037" y="1243724"/>
                    <a:pt x="877788" y="1255050"/>
                    <a:pt x="647568" y="1187669"/>
                  </a:cubicBezTo>
                  <a:cubicBezTo>
                    <a:pt x="520925" y="1150603"/>
                    <a:pt x="487157" y="970572"/>
                    <a:pt x="447872" y="872359"/>
                  </a:cubicBezTo>
                  <a:cubicBezTo>
                    <a:pt x="439144" y="850538"/>
                    <a:pt x="434693" y="823978"/>
                    <a:pt x="416341" y="809297"/>
                  </a:cubicBezTo>
                  <a:cubicBezTo>
                    <a:pt x="396424" y="793364"/>
                    <a:pt x="367292" y="795283"/>
                    <a:pt x="342768" y="788276"/>
                  </a:cubicBezTo>
                  <a:cubicBezTo>
                    <a:pt x="282471" y="833499"/>
                    <a:pt x="262763" y="835816"/>
                    <a:pt x="258685" y="945931"/>
                  </a:cubicBezTo>
                  <a:cubicBezTo>
                    <a:pt x="253233" y="1093142"/>
                    <a:pt x="246800" y="1243776"/>
                    <a:pt x="279706" y="1387366"/>
                  </a:cubicBezTo>
                  <a:cubicBezTo>
                    <a:pt x="288171" y="1424304"/>
                    <a:pt x="336705" y="1445654"/>
                    <a:pt x="374299" y="1450428"/>
                  </a:cubicBezTo>
                  <a:cubicBezTo>
                    <a:pt x="562107" y="1474276"/>
                    <a:pt x="752672" y="1464441"/>
                    <a:pt x="941858" y="1471448"/>
                  </a:cubicBezTo>
                  <a:lnTo>
                    <a:pt x="1404313" y="1439917"/>
                  </a:lnTo>
                  <a:cubicBezTo>
                    <a:pt x="1415352" y="1438978"/>
                    <a:pt x="1430889" y="1439316"/>
                    <a:pt x="1435844" y="1429407"/>
                  </a:cubicBezTo>
                  <a:cubicBezTo>
                    <a:pt x="1440799" y="1419498"/>
                    <a:pt x="1431575" y="1407030"/>
                    <a:pt x="1425334" y="1397876"/>
                  </a:cubicBezTo>
                  <a:cubicBezTo>
                    <a:pt x="1378755" y="1329560"/>
                    <a:pt x="1336656" y="1256646"/>
                    <a:pt x="1278189" y="1198179"/>
                  </a:cubicBezTo>
                  <a:cubicBezTo>
                    <a:pt x="1202357" y="1122347"/>
                    <a:pt x="1115393" y="1057637"/>
                    <a:pt x="1025941" y="998483"/>
                  </a:cubicBezTo>
                  <a:cubicBezTo>
                    <a:pt x="685139" y="773114"/>
                    <a:pt x="768794" y="795703"/>
                    <a:pt x="573996" y="756745"/>
                  </a:cubicBezTo>
                  <a:cubicBezTo>
                    <a:pt x="584506" y="735724"/>
                    <a:pt x="587030" y="708181"/>
                    <a:pt x="605527" y="693683"/>
                  </a:cubicBezTo>
                  <a:cubicBezTo>
                    <a:pt x="718715" y="604968"/>
                    <a:pt x="962879" y="451945"/>
                    <a:pt x="962879" y="451945"/>
                  </a:cubicBezTo>
                  <a:cubicBezTo>
                    <a:pt x="969886" y="430924"/>
                    <a:pt x="977532" y="410106"/>
                    <a:pt x="983899" y="388883"/>
                  </a:cubicBezTo>
                  <a:cubicBezTo>
                    <a:pt x="988050" y="375047"/>
                    <a:pt x="996005" y="361198"/>
                    <a:pt x="994410" y="346841"/>
                  </a:cubicBezTo>
                  <a:cubicBezTo>
                    <a:pt x="990982" y="315988"/>
                    <a:pt x="968934" y="287608"/>
                    <a:pt x="952368" y="262759"/>
                  </a:cubicBezTo>
                  <a:cubicBezTo>
                    <a:pt x="1024748" y="257933"/>
                    <a:pt x="1144144" y="231476"/>
                    <a:pt x="1215127" y="283779"/>
                  </a:cubicBezTo>
                  <a:cubicBezTo>
                    <a:pt x="1255213" y="313316"/>
                    <a:pt x="1309720" y="399393"/>
                    <a:pt x="1309720" y="399393"/>
                  </a:cubicBezTo>
                  <a:cubicBezTo>
                    <a:pt x="1324742" y="519576"/>
                    <a:pt x="1328404" y="466660"/>
                    <a:pt x="1288699" y="609600"/>
                  </a:cubicBezTo>
                  <a:cubicBezTo>
                    <a:pt x="1282769" y="630949"/>
                    <a:pt x="1282099" y="655839"/>
                    <a:pt x="1267679" y="672662"/>
                  </a:cubicBezTo>
                  <a:cubicBezTo>
                    <a:pt x="1238480" y="706727"/>
                    <a:pt x="1201721" y="734823"/>
                    <a:pt x="1162575" y="756745"/>
                  </a:cubicBezTo>
                  <a:cubicBezTo>
                    <a:pt x="1113191" y="784400"/>
                    <a:pt x="1057472" y="798786"/>
                    <a:pt x="1004920" y="819807"/>
                  </a:cubicBezTo>
                  <a:cubicBezTo>
                    <a:pt x="979752" y="850008"/>
                    <a:pt x="905007" y="937512"/>
                    <a:pt x="889306" y="966952"/>
                  </a:cubicBezTo>
                  <a:cubicBezTo>
                    <a:pt x="877303" y="989457"/>
                    <a:pt x="874471" y="1015780"/>
                    <a:pt x="868285" y="1040524"/>
                  </a:cubicBezTo>
                  <a:cubicBezTo>
                    <a:pt x="863952" y="1057855"/>
                    <a:pt x="857775" y="1075212"/>
                    <a:pt x="857775" y="1093076"/>
                  </a:cubicBezTo>
                  <a:cubicBezTo>
                    <a:pt x="857775" y="1107521"/>
                    <a:pt x="864782" y="1121103"/>
                    <a:pt x="868285" y="1135117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7ECA5A-00B6-B244-93D7-CE520891C4A9}"/>
              </a:ext>
            </a:extLst>
          </p:cNvPr>
          <p:cNvSpPr/>
          <p:nvPr/>
        </p:nvSpPr>
        <p:spPr>
          <a:xfrm>
            <a:off x="5280791" y="1263005"/>
            <a:ext cx="3017782" cy="294462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rgbClr val="FF0000"/>
                </a:solidFill>
              </a:rPr>
              <a:t>0000000000000000000000000000000000000000000000000000000000000000000000000000000000000000000000000000000000000000000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</a:p>
        </p:txBody>
      </p:sp>
    </p:spTree>
    <p:extLst>
      <p:ext uri="{BB962C8B-B14F-4D97-AF65-F5344CB8AC3E}">
        <p14:creationId xmlns:p14="http://schemas.microsoft.com/office/powerpoint/2010/main" val="589383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3784DF-3F5D-12F8-C087-795BB7D8C79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1098449" y="159078"/>
            <a:ext cx="4404925" cy="38830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188E315-3462-A3C7-ED82-B44171CF6F2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956562" y="269434"/>
            <a:ext cx="4404925" cy="3883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34C-D98E-7E18-11B4-B7AC5E99A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6" y="398829"/>
            <a:ext cx="4404925" cy="3883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F30E3A-7ECA-5A2A-0330-D9E5E21A3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0" y="482861"/>
            <a:ext cx="4404925" cy="39599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A4D43C-53CA-E5EC-CB1A-0B89FDEC2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6022" y="1070485"/>
            <a:ext cx="4981351" cy="245569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36B08-3194-0E08-E798-E1B98C0D947C}"/>
              </a:ext>
            </a:extLst>
          </p:cNvPr>
          <p:cNvCxnSpPr>
            <a:cxnSpLocks/>
          </p:cNvCxnSpPr>
          <p:nvPr/>
        </p:nvCxnSpPr>
        <p:spPr>
          <a:xfrm flipH="1">
            <a:off x="3000895" y="3233651"/>
            <a:ext cx="3715789" cy="36576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9BF5897-81F6-650B-374E-A1A0175BD736}"/>
              </a:ext>
            </a:extLst>
          </p:cNvPr>
          <p:cNvSpPr/>
          <p:nvPr/>
        </p:nvSpPr>
        <p:spPr>
          <a:xfrm>
            <a:off x="2610196" y="3233651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D01D3-9728-3BF4-8ED6-5FA3BE5E12F2}"/>
              </a:ext>
            </a:extLst>
          </p:cNvPr>
          <p:cNvCxnSpPr>
            <a:cxnSpLocks/>
          </p:cNvCxnSpPr>
          <p:nvPr/>
        </p:nvCxnSpPr>
        <p:spPr>
          <a:xfrm flipH="1" flipV="1">
            <a:off x="4437365" y="1324496"/>
            <a:ext cx="2203965" cy="34913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05A053-63BE-8CE4-9659-2F441C89FA76}"/>
              </a:ext>
            </a:extLst>
          </p:cNvPr>
          <p:cNvSpPr/>
          <p:nvPr/>
        </p:nvSpPr>
        <p:spPr>
          <a:xfrm>
            <a:off x="4046666" y="958736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E3737-12C6-A5ED-1860-72E105585186}"/>
              </a:ext>
            </a:extLst>
          </p:cNvPr>
          <p:cNvSpPr txBox="1"/>
          <p:nvPr/>
        </p:nvSpPr>
        <p:spPr>
          <a:xfrm>
            <a:off x="1632505" y="4574657"/>
            <a:ext cx="2851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dirty="0"/>
              <a:t>[6, 64, 64]</a:t>
            </a:r>
          </a:p>
        </p:txBody>
      </p:sp>
    </p:spTree>
    <p:extLst>
      <p:ext uri="{BB962C8B-B14F-4D97-AF65-F5344CB8AC3E}">
        <p14:creationId xmlns:p14="http://schemas.microsoft.com/office/powerpoint/2010/main" val="412711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DF821E-1C7C-9DA0-A8A9-64ECC8AE5247}"/>
              </a:ext>
            </a:extLst>
          </p:cNvPr>
          <p:cNvGrpSpPr/>
          <p:nvPr/>
        </p:nvGrpSpPr>
        <p:grpSpPr>
          <a:xfrm>
            <a:off x="1439947" y="216680"/>
            <a:ext cx="9312105" cy="4837458"/>
            <a:chOff x="1439947" y="216680"/>
            <a:chExt cx="9312105" cy="483745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7040E04-1A20-5C6E-E839-9D33C86FA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9947" y="216680"/>
              <a:ext cx="9312105" cy="483745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671953-2FD7-2E6F-D634-7B220E06B2C4}"/>
                </a:ext>
              </a:extLst>
            </p:cNvPr>
            <p:cNvSpPr/>
            <p:nvPr/>
          </p:nvSpPr>
          <p:spPr>
            <a:xfrm>
              <a:off x="5261956" y="1047404"/>
              <a:ext cx="1313411" cy="106402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F7F4DE-9EE3-EC76-4875-9CB24E70EF55}"/>
                </a:ext>
              </a:extLst>
            </p:cNvPr>
            <p:cNvSpPr/>
            <p:nvPr/>
          </p:nvSpPr>
          <p:spPr>
            <a:xfrm>
              <a:off x="3078481" y="1665318"/>
              <a:ext cx="529244" cy="5874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341A84-0091-98D8-E92B-922887E99F2B}"/>
                </a:ext>
              </a:extLst>
            </p:cNvPr>
            <p:cNvSpPr/>
            <p:nvPr/>
          </p:nvSpPr>
          <p:spPr>
            <a:xfrm>
              <a:off x="8877993" y="1427019"/>
              <a:ext cx="1224741" cy="243008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DFF94A8-96C9-96C4-77C0-8431B88AA6BE}"/>
                </a:ext>
              </a:extLst>
            </p:cNvPr>
            <p:cNvSpPr txBox="1"/>
            <p:nvPr/>
          </p:nvSpPr>
          <p:spPr>
            <a:xfrm>
              <a:off x="2987239" y="1415635"/>
              <a:ext cx="7489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200" dirty="0"/>
                <a:t>ROI 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B5F244A-5484-8527-1D04-2B6F9D883FD3}"/>
                </a:ext>
              </a:extLst>
            </p:cNvPr>
            <p:cNvSpPr txBox="1"/>
            <p:nvPr/>
          </p:nvSpPr>
          <p:spPr>
            <a:xfrm>
              <a:off x="5132517" y="1119242"/>
              <a:ext cx="74893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400" dirty="0"/>
                <a:t>ROI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F384D8-3BFD-E19B-022B-E2A6B207DCD0}"/>
                </a:ext>
              </a:extLst>
            </p:cNvPr>
            <p:cNvSpPr txBox="1"/>
            <p:nvPr/>
          </p:nvSpPr>
          <p:spPr>
            <a:xfrm>
              <a:off x="9353798" y="1956661"/>
              <a:ext cx="748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dirty="0"/>
                <a:t>ROI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4037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3DD6D0A-A8A5-E120-1D96-8E55C4D00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8336" y="5808785"/>
            <a:ext cx="7982728" cy="27614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3C5CD5-F1A0-9E12-F7CC-33EB9F281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8337" y="285799"/>
            <a:ext cx="7982726" cy="27614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60EFD9-059F-7837-17DB-27A1E9C4C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38336" y="3047292"/>
            <a:ext cx="7982728" cy="27614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3E2B861-D657-99B9-8AA0-83EC3C8BB756}"/>
              </a:ext>
            </a:extLst>
          </p:cNvPr>
          <p:cNvSpPr txBox="1"/>
          <p:nvPr/>
        </p:nvSpPr>
        <p:spPr>
          <a:xfrm>
            <a:off x="543290" y="1481880"/>
            <a:ext cx="1395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Prediction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686507-5F38-A86D-9B2A-16054371A05C}"/>
              </a:ext>
            </a:extLst>
          </p:cNvPr>
          <p:cNvSpPr txBox="1"/>
          <p:nvPr/>
        </p:nvSpPr>
        <p:spPr>
          <a:xfrm>
            <a:off x="543290" y="4243372"/>
            <a:ext cx="1395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Prediction 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AAFB93-B324-07DE-8A26-D7DB47F01E8D}"/>
              </a:ext>
            </a:extLst>
          </p:cNvPr>
          <p:cNvSpPr txBox="1"/>
          <p:nvPr/>
        </p:nvSpPr>
        <p:spPr>
          <a:xfrm>
            <a:off x="543290" y="6820198"/>
            <a:ext cx="1395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Prediction 3</a:t>
            </a:r>
          </a:p>
        </p:txBody>
      </p:sp>
    </p:spTree>
    <p:extLst>
      <p:ext uri="{BB962C8B-B14F-4D97-AF65-F5344CB8AC3E}">
        <p14:creationId xmlns:p14="http://schemas.microsoft.com/office/powerpoint/2010/main" val="2127590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1B1B9B-4F37-D5DA-401F-BAF630F41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835" y="2460171"/>
            <a:ext cx="5350329" cy="193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56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83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Gayathri Girish Nair</dc:creator>
  <cp:lastModifiedBy>Gayathri Girish Nair</cp:lastModifiedBy>
  <cp:revision>9</cp:revision>
  <dcterms:created xsi:type="dcterms:W3CDTF">2025-11-05T10:41:59Z</dcterms:created>
  <dcterms:modified xsi:type="dcterms:W3CDTF">2025-11-11T13:55:59Z</dcterms:modified>
</cp:coreProperties>
</file>